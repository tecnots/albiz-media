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CRM System (Clientri + Nia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Overview</a:t>
            </a:r>
          </a:p>
          <a:p>
            <a:pPr/>
            <a:r>
              <a:t>AI Capabilities</a:t>
            </a:r>
          </a:p>
          <a:p>
            <a:pPr/>
            <a:r>
              <a:t>Roadmap &amp; Execution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Picture (Executive 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CRM evolving into intelligent decision system</a:t>
            </a:r>
          </a:p>
          <a:p>
            <a:pPr/>
            <a:r>
              <a:t>Automate repetitive sales tasks</a:t>
            </a:r>
          </a:p>
          <a:p>
            <a:pPr/>
            <a:r>
              <a:t>Provide real-time insights &amp; recommendations</a:t>
            </a:r>
          </a:p>
          <a:p>
            <a:pPr/>
            <a:r>
              <a:t>Improve conversions &amp; productivity</a:t>
            </a:r>
          </a:p>
          <a:p>
            <a:pPr/>
            <a:r>
              <a:t>Faster sales cycles, better decisions, less manual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CRM Engine: Leads, Deals, Contacts, Activities</a:t>
            </a:r>
          </a:p>
          <a:p>
            <a:pPr/>
            <a:r>
              <a:t>AI Layer: Predictions, automation, NLP</a:t>
            </a:r>
          </a:p>
          <a:p>
            <a:pPr/>
            <a:r>
              <a:t>Automation Layer: Workflows, journeys, triggers</a:t>
            </a:r>
          </a:p>
          <a:p>
            <a:pPr/>
            <a:r>
              <a:t>System evolving into self-operating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Nia AI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Conversational CRM interface</a:t>
            </a:r>
          </a:p>
          <a:p>
            <a:pPr/>
            <a:r>
              <a:t>Create leads, tasks, deals via chat</a:t>
            </a:r>
          </a:p>
          <a:p>
            <a:pPr/>
            <a:r>
              <a:t>Schedule meetings &amp; draft emails</a:t>
            </a:r>
          </a:p>
          <a:p>
            <a:pPr/>
            <a:r>
              <a:t>Fetch reports instantly</a:t>
            </a:r>
          </a:p>
          <a:p>
            <a:pPr/>
            <a:r>
              <a:t>Reduces navigation, boosts productivity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Feature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 Intelligence: Lead Scoring, Follow-up timing</a:t>
            </a:r>
          </a:p>
          <a:p>
            <a:pPr/>
            <a:r>
              <a:t>Communication: Email summarization, AI drafting</a:t>
            </a:r>
          </a:p>
          <a:p>
            <a:pPr/>
            <a:r>
              <a:t>Sales Intelligence: Deal risk, pipeline insights</a:t>
            </a:r>
          </a:p>
          <a:p>
            <a:pPr/>
            <a:r>
              <a:t>Expansion: Social AI, segmentation, call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Lead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Predicts conversion probability</a:t>
            </a:r>
          </a:p>
          <a:p>
            <a:pPr/>
            <a:r>
              <a:t>Signals: email, website, CRM, social</a:t>
            </a:r>
          </a:p>
          <a:p>
            <a:pPr/>
            <a:r>
              <a:t>Focus on high-value leads</a:t>
            </a:r>
          </a:p>
          <a:p>
            <a:pPr/>
            <a:r>
              <a:t>Improves conversions (~25%)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Follow-Up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wrong timing loses deals</a:t>
            </a:r>
          </a:p>
          <a:p>
            <a:pPr/>
            <a:r>
              <a:t>AI suggests best contact time</a:t>
            </a:r>
          </a:p>
          <a:p>
            <a:pPr/>
            <a:r>
              <a:t>Example: Tuesday 9–11 AM</a:t>
            </a:r>
          </a:p>
          <a:p>
            <a:pPr/>
            <a:r>
              <a:t>Improves response &amp;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Email Summarizer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Summarizes long email threads</a:t>
            </a:r>
          </a:p>
          <a:p>
            <a:pPr/>
            <a:r>
              <a:t>Extracts decisions, tasks, deadlines</a:t>
            </a:r>
          </a:p>
          <a:p>
            <a:pPr/>
            <a:r>
              <a:t>Improves productivity &amp; readiness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Deal Risk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Monitors inactivity, delays, no replies</a:t>
            </a:r>
          </a:p>
          <a:p>
            <a:pPr/>
            <a:r>
              <a:t>Detects stalled deals</a:t>
            </a:r>
          </a:p>
          <a:p>
            <a:pPr/>
            <a:r>
              <a:t>Outputs risk levels &amp; actions</a:t>
            </a:r>
          </a:p>
          <a:p>
            <a:pPr/>
            <a:r>
              <a:t>Prevents deal loss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Chatbot &amp; Social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24/7 chatbot for lead capture</a:t>
            </a:r>
          </a:p>
          <a:p>
            <a:pPr/>
            <a:r>
              <a:t>Website engagement &amp; qualification</a:t>
            </a:r>
          </a:p>
          <a:p>
            <a:pPr/>
            <a:r>
              <a:t>LinkedIn lead discovery</a:t>
            </a:r>
          </a:p>
          <a:p>
            <a:pPr/>
            <a:r>
              <a:t>Sentiment analysis &amp; outreach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AI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segmentation (auto grouping)</a:t>
            </a:r>
          </a:p>
          <a:p>
            <a:pPr/>
            <a:r>
              <a:t>Personalized campaigns</a:t>
            </a:r>
          </a:p>
          <a:p>
            <a:pPr/>
            <a:r>
              <a:t>Call automation: transcription &amp; sentiment</a:t>
            </a:r>
          </a:p>
          <a:p>
            <a:pPr/>
            <a:r>
              <a:t>Auto follow-ups</a:t>
            </a:r>
          </a:p>
          <a:p>
            <a:pPr/>
            <a:r>
              <a:t>Towards full sales automation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AI integration</a:t>
            </a:r>
          </a:p>
          <a:p>
            <a:pPr/>
            <a:r>
              <a:t>Full lifecycle coverage</a:t>
            </a:r>
          </a:p>
          <a:p>
            <a:pPr/>
            <a:r>
              <a:t>Automation-first design</a:t>
            </a:r>
          </a:p>
          <a:p>
            <a:pPr/>
            <a:r>
              <a:t>Scalable multi-channel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accuracy dependency</a:t>
            </a:r>
          </a:p>
          <a:p>
            <a:pPr/>
            <a:r>
              <a:t>AI hallucination risk</a:t>
            </a:r>
          </a:p>
          <a:p>
            <a:pPr/>
            <a:r>
              <a:t>User adoption challenges</a:t>
            </a:r>
          </a:p>
          <a:p>
            <a:pPr/>
            <a:r>
              <a:t>Integration issues (email, WhatsApp, etc.)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Short-term: reminders, templates, call logging</a:t>
            </a:r>
          </a:p>
          <a:p>
            <a:pPr/>
            <a:r>
              <a:t>Mid-level: dashboards, journey automation</a:t>
            </a:r>
          </a:p>
          <a:p>
            <a:pPr/>
            <a:r>
              <a:t>Advanced: support module, full AI automation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CRM evolving into AI Sales Assistant</a:t>
            </a:r>
          </a:p>
          <a:p>
            <a:pPr/>
            <a:r>
              <a:t>Predict → Act → Automate → Optimize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Engineering: stable automation &amp; data consistency</a:t>
            </a:r>
          </a:p>
          <a:p>
            <a:pPr/>
            <a:r>
              <a:t>QA: AI validation &amp; data isolation</a:t>
            </a:r>
          </a:p>
          <a:p>
            <a:pPr/>
            <a:r>
              <a:t>Product: adoption &amp; UX simplification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Clientri + Nia = Intelligent CRM Platform</a:t>
            </a:r>
          </a:p>
          <a:p>
            <a:pPr/>
            <a:r>
              <a:t>Success depends on data, automation, AI accuracy, adoption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